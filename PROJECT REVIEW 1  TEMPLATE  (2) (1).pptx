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FFFFFF"/>
    <a:srgbClr val="B2B2B2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92057-A2D0-401F-AE06-52E0674D6E9A}" v="50" dt="2026-09-17T11:33:47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5" d="100"/>
          <a:sy n="65" d="100"/>
        </p:scale>
        <p:origin x="21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21-09-2026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21-09-2026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21-09-2026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21-09-2026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892" y="214674"/>
            <a:ext cx="10401908" cy="11197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IN" sz="3600" b="1" dirty="0">
                <a:solidFill>
                  <a:srgbClr val="002060"/>
                </a:solidFill>
              </a:rPr>
              <a:t>Smart Fitness Gamification Platform for Collaborative Step Challenges</a:t>
            </a:r>
            <a:br>
              <a:rPr lang="en-US" sz="2400" b="1" dirty="0"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 S Spandana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88304"/>
              </p:ext>
            </p:extLst>
          </p:nvPr>
        </p:nvGraphicFramePr>
        <p:xfrm>
          <a:off x="2032000" y="1700626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PAPISETTY SHASHE PREETHAM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UPPALAPATI VENKATA NAGA VARSHITHA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BURRAMUKKU ARYAN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1"/>
            <a:ext cx="9343030" cy="68093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950110"/>
              </p:ext>
            </p:extLst>
          </p:nvPr>
        </p:nvGraphicFramePr>
        <p:xfrm>
          <a:off x="693019" y="1237564"/>
          <a:ext cx="10781226" cy="406202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348505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432721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082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853835">
                <a:tc>
                  <a:txBody>
                    <a:bodyPr/>
                    <a:lstStyle/>
                    <a:p>
                      <a:r>
                        <a:rPr lang="en-US" dirty="0"/>
                        <a:t>PAPISETTY SHASHE PREETHAM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Authentication &amp; Profile Management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1042621">
                <a:tc>
                  <a:txBody>
                    <a:bodyPr/>
                    <a:lstStyle/>
                    <a:p>
                      <a:r>
                        <a:rPr lang="en-US" dirty="0"/>
                        <a:t>URRAMUKKU ARYAN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  <a:cs typeface="Times New Roman"/>
                        </a:rPr>
                        <a:t>Step Tracking &amp; Progress Module and Challenge &amp; Leaderboard Module: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9409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UPPALAPATI VENKATA NAGA VARSHITHA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Rewards, Redemption &amp; Analytics Module and Friend System &amp; Gamification Module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408201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4082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195"/>
            <a:ext cx="10515600" cy="116731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009" y="1342417"/>
            <a:ext cx="11770467" cy="5379058"/>
          </a:xfrm>
        </p:spPr>
        <p:txBody>
          <a:bodyPr>
            <a:noAutofit/>
          </a:bodyPr>
          <a:lstStyle/>
          <a:p>
            <a:pPr lvl="0"/>
            <a:r>
              <a:rPr lang="en-IN" sz="2200" dirty="0"/>
              <a:t>The </a:t>
            </a:r>
            <a:r>
              <a:rPr lang="en-IN" sz="2200" b="1" dirty="0"/>
              <a:t>Fitness Challenge App with Step Gamification</a:t>
            </a:r>
            <a:r>
              <a:rPr lang="en-IN" sz="2200" dirty="0"/>
              <a:t> is an Android-based application developed to encourage regular physical activity through </a:t>
            </a:r>
            <a:r>
              <a:rPr lang="en-IN" sz="2200" b="1" dirty="0"/>
              <a:t>step tracking, social interaction, and gamification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The system uses </a:t>
            </a:r>
            <a:r>
              <a:rPr lang="en-IN" sz="2200" b="1" dirty="0"/>
              <a:t>Spring Boot, Java, and MySQL</a:t>
            </a:r>
            <a:r>
              <a:rPr lang="en-IN" sz="2200" dirty="0"/>
              <a:t> for the RESTful backend and an Android application as the client. </a:t>
            </a:r>
          </a:p>
          <a:p>
            <a:pPr lvl="0"/>
            <a:r>
              <a:rPr lang="en-IN" sz="2200" dirty="0"/>
              <a:t>It manages </a:t>
            </a:r>
            <a:r>
              <a:rPr lang="en-IN" sz="2200" b="1" dirty="0"/>
              <a:t>users, step records, challenges, friends, leaderboards, badges, points, and rewards</a:t>
            </a:r>
            <a:r>
              <a:rPr lang="en-IN" sz="2200" dirty="0"/>
              <a:t> through secure REST APIs. </a:t>
            </a:r>
          </a:p>
          <a:p>
            <a:pPr lvl="0"/>
            <a:r>
              <a:rPr lang="en-IN" sz="2200" dirty="0"/>
              <a:t>Fitness activity is synchronized with supported fitness services, enabling automatic updates of </a:t>
            </a:r>
            <a:r>
              <a:rPr lang="en-IN" sz="2200" b="1" dirty="0"/>
              <a:t>challenge progress, rankings, achievements, and rewards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Features such as </a:t>
            </a:r>
            <a:r>
              <a:rPr lang="en-IN" sz="2200" b="1" dirty="0"/>
              <a:t>step challenges, streaks, leaderboards, badges, and reward points</a:t>
            </a:r>
            <a:r>
              <a:rPr lang="en-IN" sz="2200" dirty="0"/>
              <a:t> motivate users to stay consistent with their fitness goals. </a:t>
            </a:r>
          </a:p>
          <a:p>
            <a:pPr lvl="0"/>
            <a:r>
              <a:rPr lang="en-IN" sz="2200" dirty="0"/>
              <a:t>The application provides </a:t>
            </a:r>
            <a:r>
              <a:rPr lang="en-IN" sz="2200" b="1" dirty="0"/>
              <a:t>activity analytics</a:t>
            </a:r>
            <a:r>
              <a:rPr lang="en-IN" sz="2200" dirty="0"/>
              <a:t> to help users monitor progress and improve their performance. </a:t>
            </a:r>
          </a:p>
          <a:p>
            <a:pPr lvl="0"/>
            <a:r>
              <a:rPr lang="en-IN" sz="2200" dirty="0"/>
              <a:t>Overall, the system combines </a:t>
            </a:r>
            <a:r>
              <a:rPr lang="en-IN" sz="2200" b="1" dirty="0"/>
              <a:t>fitness tracking and gamification</a:t>
            </a:r>
            <a:r>
              <a:rPr lang="en-IN" sz="2200" dirty="0"/>
              <a:t> to provide an engaging, scalable, and user-friendly solution for promoting an active lifestyle.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Physical inactivity</a:t>
            </a:r>
            <a:r>
              <a:rPr lang="en-IN" sz="2000" dirty="0"/>
              <a:t> is increasing due to sedentary lifestyles and prolonged digital-device usage. </a:t>
            </a:r>
          </a:p>
          <a:p>
            <a:pPr lvl="0"/>
            <a:r>
              <a:rPr lang="en-IN" sz="2000" dirty="0"/>
              <a:t>The </a:t>
            </a:r>
            <a:r>
              <a:rPr lang="en-IN" sz="2000" b="1" dirty="0"/>
              <a:t>Fitness Challenge App with Step Gamification</a:t>
            </a:r>
            <a:r>
              <a:rPr lang="en-IN" sz="2000" dirty="0"/>
              <a:t> makes fitness more engaging through </a:t>
            </a:r>
            <a:r>
              <a:rPr lang="en-IN" sz="2000" b="1" dirty="0"/>
              <a:t>step tracking, challenges, competition, achievements, and rewards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Developed using </a:t>
            </a:r>
            <a:r>
              <a:rPr lang="en-IN" sz="2000" b="1" dirty="0"/>
              <a:t>Kotlin and Jetpack Compose</a:t>
            </a:r>
            <a:r>
              <a:rPr lang="en-IN" sz="2000" dirty="0"/>
              <a:t>, with </a:t>
            </a:r>
            <a:r>
              <a:rPr lang="en-IN" sz="2000" b="1" dirty="0"/>
              <a:t>Google Fit API</a:t>
            </a:r>
            <a:r>
              <a:rPr lang="en-IN" sz="2000" dirty="0"/>
              <a:t> for step tracking. </a:t>
            </a:r>
          </a:p>
          <a:p>
            <a:pPr lvl="0"/>
            <a:r>
              <a:rPr lang="en-IN" sz="2000" b="1" dirty="0"/>
              <a:t>Firebase Authentication</a:t>
            </a:r>
            <a:r>
              <a:rPr lang="en-IN" sz="2000" dirty="0"/>
              <a:t> provides secure login, while </a:t>
            </a:r>
            <a:r>
              <a:rPr lang="en-IN" sz="2000" b="1" dirty="0"/>
              <a:t>Cloud </a:t>
            </a:r>
            <a:r>
              <a:rPr lang="en-IN" sz="2000" b="1" dirty="0" err="1"/>
              <a:t>Firestore</a:t>
            </a:r>
            <a:r>
              <a:rPr lang="en-IN" sz="2000" dirty="0"/>
              <a:t> stores application data. </a:t>
            </a:r>
          </a:p>
          <a:p>
            <a:pPr lvl="0"/>
            <a:r>
              <a:rPr lang="en-IN" sz="2000" dirty="0"/>
              <a:t>Users can </a:t>
            </a:r>
            <a:r>
              <a:rPr lang="en-IN" sz="2000" b="1" dirty="0"/>
              <a:t>join challenges, compete with friends, view leaderboards, earn badges, and track progress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The main goal is to </a:t>
            </a:r>
            <a:r>
              <a:rPr lang="en-IN" sz="2000" b="1" dirty="0"/>
              <a:t>motivate users to stay active and achieve their fitness goals consistently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21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Tracks daily steps and physical activities. 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Monitors distance, calories, and workout duration.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Provides basic dashboards and activity statistics.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Offers limited social interaction between users.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Provides limited challenges and achievements.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Does not always provide personalized rewards.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Fitness tracking and social competition are often separate.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No single platform combines all major fitness features.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Limited combination of </a:t>
            </a:r>
            <a:r>
              <a:rPr lang="en-IN" sz="1400" b="1" dirty="0">
                <a:ea typeface="+mn-lt"/>
                <a:cs typeface="+mn-lt"/>
              </a:rPr>
              <a:t>challenges, friends, leaderboards, badges, and rewards</a:t>
            </a:r>
            <a:r>
              <a:rPr lang="en-IN" sz="1400" dirty="0">
                <a:ea typeface="+mn-lt"/>
                <a:cs typeface="+mn-lt"/>
              </a:rPr>
              <a:t>. </a:t>
            </a:r>
            <a:endParaRPr lang="en-IN" sz="1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Wingdings" panose="020B0604020202020204" pitchFamily="34" charset="0"/>
              <a:buChar char="v"/>
            </a:pPr>
            <a:r>
              <a:rPr lang="en-IN" sz="1400" dirty="0">
                <a:ea typeface="+mn-lt"/>
                <a:cs typeface="+mn-lt"/>
              </a:rPr>
              <a:t>The proposed system combines these features into one </a:t>
            </a:r>
            <a:r>
              <a:rPr lang="en-IN" sz="1400" b="1" dirty="0">
                <a:ea typeface="+mn-lt"/>
                <a:cs typeface="+mn-lt"/>
              </a:rPr>
              <a:t>gamified fitness platform</a:t>
            </a:r>
            <a:r>
              <a:rPr lang="en-IN" sz="1400" dirty="0">
                <a:ea typeface="+mn-lt"/>
                <a:cs typeface="+mn-lt"/>
              </a:rPr>
              <a:t>.</a:t>
            </a:r>
            <a:endParaRPr lang="en-IN" sz="1400">
              <a:ea typeface="Calibri"/>
              <a:cs typeface="Calibri"/>
            </a:endParaRPr>
          </a:p>
          <a:p>
            <a:pPr marL="0" indent="0">
              <a:buNone/>
            </a:pPr>
            <a:endParaRPr lang="en-IN" sz="11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v"/>
            </a:pPr>
            <a:endParaRPr lang="en-IN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200" dirty="0">
                <a:ea typeface="+mn-lt"/>
                <a:cs typeface="+mn-lt"/>
              </a:rPr>
              <a:t>Existing fitness apps mainly </a:t>
            </a:r>
            <a:r>
              <a:rPr lang="en-IN" sz="2200" b="1" dirty="0">
                <a:ea typeface="+mn-lt"/>
                <a:cs typeface="+mn-lt"/>
              </a:rPr>
              <a:t>track daily steps and activity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US" sz="2200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Basic tracking may not provide enough </a:t>
            </a:r>
            <a:r>
              <a:rPr lang="en-IN" sz="2200" b="1" dirty="0">
                <a:ea typeface="+mn-lt"/>
                <a:cs typeface="+mn-lt"/>
              </a:rPr>
              <a:t>motivation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Users may lose interest without </a:t>
            </a:r>
            <a:r>
              <a:rPr lang="en-IN" sz="2200" b="1" dirty="0">
                <a:ea typeface="+mn-lt"/>
                <a:cs typeface="+mn-lt"/>
              </a:rPr>
              <a:t>interactive challenges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Limited </a:t>
            </a:r>
            <a:r>
              <a:rPr lang="en-IN" sz="2200" b="1" dirty="0">
                <a:ea typeface="+mn-lt"/>
                <a:cs typeface="+mn-lt"/>
              </a:rPr>
              <a:t>social competition</a:t>
            </a:r>
            <a:r>
              <a:rPr lang="en-IN" sz="2200" dirty="0">
                <a:ea typeface="+mn-lt"/>
                <a:cs typeface="+mn-lt"/>
              </a:rPr>
              <a:t> between users.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Lack of </a:t>
            </a:r>
            <a:r>
              <a:rPr lang="en-IN" sz="2200" b="1" dirty="0">
                <a:ea typeface="+mn-lt"/>
                <a:cs typeface="+mn-lt"/>
              </a:rPr>
              <a:t>achievement-based motivation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Rewards are not always available or integrated.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Fitness features are often </a:t>
            </a:r>
            <a:r>
              <a:rPr lang="en-IN" sz="2200" b="1" dirty="0">
                <a:ea typeface="+mn-lt"/>
                <a:cs typeface="+mn-lt"/>
              </a:rPr>
              <a:t>not combined in one platform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Need to integrate </a:t>
            </a:r>
            <a:r>
              <a:rPr lang="en-IN" sz="2200" b="1" dirty="0">
                <a:ea typeface="+mn-lt"/>
                <a:cs typeface="+mn-lt"/>
              </a:rPr>
              <a:t>steps, challenges, friends, leaderboards, badges, points, and rewards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>
              <a:ea typeface="+mn-lt"/>
              <a:cs typeface="+mn-lt"/>
            </a:endParaRPr>
          </a:p>
          <a:p>
            <a:r>
              <a:rPr lang="en-IN" sz="2200" dirty="0">
                <a:ea typeface="+mn-lt"/>
                <a:cs typeface="+mn-lt"/>
              </a:rPr>
              <a:t>The system should combine </a:t>
            </a:r>
            <a:r>
              <a:rPr lang="en-IN" sz="2200" b="1" dirty="0">
                <a:ea typeface="+mn-lt"/>
                <a:cs typeface="+mn-lt"/>
              </a:rPr>
              <a:t>fitness tracking with social interaction and gamification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Goal: Encourage users to </a:t>
            </a:r>
            <a:r>
              <a:rPr lang="en-IN" sz="2200" b="1" dirty="0">
                <a:ea typeface="+mn-lt"/>
                <a:cs typeface="+mn-lt"/>
              </a:rPr>
              <a:t>stay active and achieve their fitness goals consistently</a:t>
            </a:r>
            <a:r>
              <a:rPr lang="en-IN" sz="2200" dirty="0">
                <a:ea typeface="+mn-lt"/>
                <a:cs typeface="+mn-lt"/>
              </a:rPr>
              <a:t>.</a:t>
            </a:r>
            <a:endParaRPr lang="en-IN" dirty="0">
              <a:ea typeface="+mn-lt"/>
              <a:cs typeface="+mn-lt"/>
            </a:endParaRPr>
          </a:p>
          <a:p>
            <a:endParaRPr lang="en-IN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IN" sz="2200" dirty="0">
                <a:ea typeface="+mn-lt"/>
                <a:cs typeface="+mn-lt"/>
              </a:rPr>
              <a:t>Develop a </a:t>
            </a:r>
            <a:r>
              <a:rPr lang="en-IN" sz="2200" b="1" dirty="0">
                <a:ea typeface="+mn-lt"/>
                <a:cs typeface="+mn-lt"/>
              </a:rPr>
              <a:t>Fitness Challenge App with Step Gamification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sz="2200" dirty="0">
              <a:ea typeface="Calibri"/>
              <a:cs typeface="Calibri"/>
            </a:endParaRPr>
          </a:p>
          <a:p>
            <a:r>
              <a:rPr lang="en-IN" sz="2200" dirty="0">
                <a:ea typeface="+mn-lt"/>
                <a:cs typeface="+mn-lt"/>
              </a:rPr>
              <a:t>Synchronize and track users' </a:t>
            </a:r>
            <a:r>
              <a:rPr lang="en-IN" sz="2200" b="1" dirty="0">
                <a:ea typeface="+mn-lt"/>
                <a:cs typeface="+mn-lt"/>
              </a:rPr>
              <a:t>daily step data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Allow users to participate in </a:t>
            </a:r>
            <a:r>
              <a:rPr lang="en-IN" sz="2200" b="1" dirty="0">
                <a:ea typeface="+mn-lt"/>
                <a:cs typeface="+mn-lt"/>
              </a:rPr>
              <a:t>step-based challenges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Enable users to </a:t>
            </a:r>
            <a:r>
              <a:rPr lang="en-IN" sz="2200" b="1" dirty="0">
                <a:ea typeface="+mn-lt"/>
                <a:cs typeface="+mn-lt"/>
              </a:rPr>
              <a:t>compete with friends</a:t>
            </a:r>
            <a:r>
              <a:rPr lang="en-IN" sz="2200" dirty="0">
                <a:ea typeface="+mn-lt"/>
                <a:cs typeface="+mn-lt"/>
              </a:rPr>
              <a:t> through leaderboards.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Maintain </a:t>
            </a:r>
            <a:r>
              <a:rPr lang="en-IN" sz="2200" b="1" dirty="0">
                <a:ea typeface="+mn-lt"/>
                <a:cs typeface="+mn-lt"/>
              </a:rPr>
              <a:t>daily activity streaks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Award </a:t>
            </a:r>
            <a:r>
              <a:rPr lang="en-IN" sz="2200" b="1" dirty="0">
                <a:ea typeface="+mn-lt"/>
                <a:cs typeface="+mn-lt"/>
              </a:rPr>
              <a:t>points and achievement badges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Provide a </a:t>
            </a:r>
            <a:r>
              <a:rPr lang="en-IN" sz="2200" b="1" dirty="0">
                <a:ea typeface="+mn-lt"/>
                <a:cs typeface="+mn-lt"/>
              </a:rPr>
              <a:t>reward redemption system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Provide </a:t>
            </a:r>
            <a:r>
              <a:rPr lang="en-IN" sz="2200" b="1" dirty="0">
                <a:ea typeface="+mn-lt"/>
                <a:cs typeface="+mn-lt"/>
              </a:rPr>
              <a:t>daily, weekly, and monthly progress analytics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Combine </a:t>
            </a:r>
            <a:r>
              <a:rPr lang="en-IN" sz="2200" b="1" dirty="0">
                <a:ea typeface="+mn-lt"/>
                <a:cs typeface="+mn-lt"/>
              </a:rPr>
              <a:t>fitness tracking, social interaction, competition, and gamification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Encourage users to </a:t>
            </a:r>
            <a:r>
              <a:rPr lang="en-IN" sz="2200" b="1" dirty="0">
                <a:ea typeface="+mn-lt"/>
                <a:cs typeface="+mn-lt"/>
              </a:rPr>
              <a:t>stay consistent with their fitness goals</a:t>
            </a:r>
            <a:r>
              <a:rPr lang="en-IN" sz="2200" dirty="0">
                <a:ea typeface="+mn-lt"/>
                <a:cs typeface="+mn-lt"/>
              </a:rPr>
              <a:t>. </a:t>
            </a:r>
            <a:endParaRPr lang="en-IN" dirty="0"/>
          </a:p>
          <a:p>
            <a:r>
              <a:rPr lang="en-IN" sz="2200" dirty="0">
                <a:ea typeface="+mn-lt"/>
                <a:cs typeface="+mn-lt"/>
              </a:rPr>
              <a:t>Promote </a:t>
            </a:r>
            <a:r>
              <a:rPr lang="en-IN" sz="2200" b="1" dirty="0">
                <a:ea typeface="+mn-lt"/>
                <a:cs typeface="+mn-lt"/>
              </a:rPr>
              <a:t>healthier and more active habits</a:t>
            </a:r>
            <a:r>
              <a:rPr lang="en-IN" sz="2200" dirty="0">
                <a:ea typeface="+mn-lt"/>
                <a:cs typeface="+mn-lt"/>
              </a:rPr>
              <a:t>.</a:t>
            </a:r>
            <a:endParaRPr lang="en-IN"/>
          </a:p>
          <a:p>
            <a:endParaRPr lang="en-IN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IN" sz="2000" b="1" dirty="0"/>
              <a:t>To track daily physical activity</a:t>
            </a:r>
            <a:r>
              <a:rPr lang="en-IN" sz="2000" dirty="0"/>
              <a:t> by synchronizing users' step data and maintaining their activity records. </a:t>
            </a:r>
          </a:p>
          <a:p>
            <a:pPr lvl="0"/>
            <a:r>
              <a:rPr lang="en-IN" sz="2000" b="1" dirty="0"/>
              <a:t>To encourage regular physical activity</a:t>
            </a:r>
            <a:r>
              <a:rPr lang="en-IN" sz="2000" dirty="0"/>
              <a:t> by setting daily fitness goals and monitoring users' progress. </a:t>
            </a:r>
          </a:p>
          <a:p>
            <a:pPr lvl="0"/>
            <a:r>
              <a:rPr lang="en-IN" sz="2000" b="1" dirty="0"/>
              <a:t>To provide step-based challenges</a:t>
            </a:r>
            <a:r>
              <a:rPr lang="en-IN" sz="2000" dirty="0"/>
              <a:t> that allow users to participate in individual or group fitness activities. </a:t>
            </a:r>
          </a:p>
          <a:p>
            <a:pPr lvl="0"/>
            <a:r>
              <a:rPr lang="en-IN" sz="2000" b="1" dirty="0"/>
              <a:t>To enable social interaction and healthy competition</a:t>
            </a:r>
            <a:r>
              <a:rPr lang="en-IN" sz="2000" dirty="0"/>
              <a:t> by allowing users to connect with friends and compare their performance through leaderboards. </a:t>
            </a:r>
          </a:p>
          <a:p>
            <a:pPr lvl="0"/>
            <a:r>
              <a:rPr lang="en-IN" sz="2000" b="1" dirty="0"/>
              <a:t>To implement gamification features</a:t>
            </a:r>
            <a:r>
              <a:rPr lang="en-IN" sz="2000" dirty="0"/>
              <a:t> such as points, streaks, achievement badges, and rewards to motivate users to remain consistent. </a:t>
            </a:r>
          </a:p>
          <a:p>
            <a:pPr lvl="0"/>
            <a:r>
              <a:rPr lang="en-IN" sz="2000" b="1" dirty="0"/>
              <a:t>To provide progress analytics</a:t>
            </a:r>
            <a:r>
              <a:rPr lang="en-IN" sz="2000" dirty="0"/>
              <a:t> through daily, weekly, and monthly activity statistics, helping users understand their fitness patterns. </a:t>
            </a:r>
          </a:p>
          <a:p>
            <a:pPr lvl="0"/>
            <a:r>
              <a:rPr lang="en-IN" sz="2000" b="1" dirty="0"/>
              <a:t>To provide a reward redemption system</a:t>
            </a:r>
            <a:r>
              <a:rPr lang="en-IN" sz="2000" dirty="0"/>
              <a:t> where users can use accumulated fitness points to redeem available rewards. 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1. User &amp; Profile Module</a:t>
            </a:r>
          </a:p>
          <a:p>
            <a:r>
              <a:rPr lang="en-IN" dirty="0"/>
              <a:t>Manages </a:t>
            </a:r>
            <a:r>
              <a:rPr lang="en-IN" b="1" dirty="0"/>
              <a:t>user registration, login, and profiles</a:t>
            </a:r>
            <a:r>
              <a:rPr lang="en-IN" dirty="0"/>
              <a:t> using Firebase Authentication. It securely stores user details and displays their fitness achievements, points, and activity information.</a:t>
            </a:r>
          </a:p>
          <a:p>
            <a:r>
              <a:rPr lang="en-IN" b="1" dirty="0"/>
              <a:t>2. Step Tracking &amp; Challenge Module</a:t>
            </a:r>
          </a:p>
          <a:p>
            <a:r>
              <a:rPr lang="en-IN" dirty="0"/>
              <a:t>Uses the </a:t>
            </a:r>
            <a:r>
              <a:rPr lang="en-IN" b="1" dirty="0"/>
              <a:t>Google Fit API</a:t>
            </a:r>
            <a:r>
              <a:rPr lang="en-IN" dirty="0"/>
              <a:t> to collect and synchronize step data. Users can create or join step-based challenges, set fitness targets, and monitor their challenge progress.</a:t>
            </a:r>
          </a:p>
          <a:p>
            <a:r>
              <a:rPr lang="en-IN" b="1" dirty="0"/>
              <a:t>3. Rewards, Redemption &amp;Analytics Module and Friend System &amp; </a:t>
            </a:r>
            <a:r>
              <a:rPr lang="en-IN" b="1" dirty="0" err="1"/>
              <a:t>GamificationModule</a:t>
            </a:r>
            <a:endParaRPr lang="en-IN" b="1" dirty="0"/>
          </a:p>
          <a:p>
            <a:r>
              <a:rPr lang="en-IN" dirty="0"/>
              <a:t>Allows users to </a:t>
            </a:r>
            <a:r>
              <a:rPr lang="en-IN" b="1" dirty="0"/>
              <a:t>add friends, compete through leaderboards, earn points, and unlock badges</a:t>
            </a:r>
            <a:r>
              <a:rPr lang="en-IN" dirty="0"/>
              <a:t> based on their fitness performance. This encourages friendly competition and regular participation.</a:t>
            </a:r>
          </a:p>
          <a:p>
            <a:r>
              <a:rPr lang="en-IN" b="1" dirty="0"/>
              <a:t>4. Analytics &amp; Rewards Module</a:t>
            </a:r>
          </a:p>
          <a:p>
            <a:r>
              <a:rPr lang="en-IN" dirty="0"/>
              <a:t>Displays users' </a:t>
            </a:r>
            <a:r>
              <a:rPr lang="en-IN" b="1" dirty="0"/>
              <a:t>step history, progress, and challenge performance</a:t>
            </a:r>
            <a:r>
              <a:rPr lang="en-IN" dirty="0"/>
              <a:t> through simple analytics. Users can earn points and redeem them for available rewards.</a:t>
            </a:r>
          </a:p>
          <a:p>
            <a:r>
              <a:rPr lang="en-IN" b="1" dirty="0"/>
              <a:t>5. Firebase Database Module</a:t>
            </a:r>
          </a:p>
          <a:p>
            <a:r>
              <a:rPr lang="en-IN" dirty="0"/>
              <a:t>Uses </a:t>
            </a:r>
            <a:r>
              <a:rPr lang="en-IN" b="1" dirty="0"/>
              <a:t>Firebase Cloud </a:t>
            </a:r>
            <a:r>
              <a:rPr lang="en-IN" b="1" dirty="0" err="1"/>
              <a:t>Firestore</a:t>
            </a:r>
            <a:r>
              <a:rPr lang="en-IN" dirty="0"/>
              <a:t> as the primary NoSQL database to store users, steps, challenges, friends, leaderboards, badges, and rewards, with real-time data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(Kotlin)</a:t>
            </a:r>
          </a:p>
          <a:p>
            <a:r>
              <a:rPr lang="en-US" dirty="0"/>
              <a:t> Google Fit API,</a:t>
            </a:r>
          </a:p>
          <a:p>
            <a:r>
              <a:rPr lang="en-US" dirty="0"/>
              <a:t>Firebase,</a:t>
            </a:r>
          </a:p>
          <a:p>
            <a:r>
              <a:rPr lang="en-US" dirty="0"/>
              <a:t>Jetpack Compose</a:t>
            </a:r>
          </a:p>
          <a:p>
            <a:r>
              <a:rPr lang="en-US" dirty="0"/>
              <a:t>GitHub</a:t>
            </a:r>
          </a:p>
          <a:p>
            <a:r>
              <a:rPr lang="en-US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9623A-427F-9041-72B6-5C3CE57C4583}"/>
              </a:ext>
            </a:extLst>
          </p:cNvPr>
          <p:cNvSpPr txBox="1"/>
          <p:nvPr/>
        </p:nvSpPr>
        <p:spPr>
          <a:xfrm>
            <a:off x="7079226" y="19566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8F497-4F58-83E5-AD2B-A02309AA4CEC}"/>
              </a:ext>
            </a:extLst>
          </p:cNvPr>
          <p:cNvSpPr txBox="1"/>
          <p:nvPr/>
        </p:nvSpPr>
        <p:spPr>
          <a:xfrm>
            <a:off x="511277" y="1584799"/>
            <a:ext cx="1138575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Android app that motivates users to improve </a:t>
            </a:r>
            <a:r>
              <a:rPr lang="en-IN" b="1" dirty="0"/>
              <a:t>physical activity through step gamification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Google Fit API</a:t>
            </a:r>
            <a:r>
              <a:rPr lang="en-IN" dirty="0"/>
              <a:t> to track daily steps.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Firebase Cloud </a:t>
            </a:r>
            <a:r>
              <a:rPr lang="en-IN" b="1" dirty="0" err="1"/>
              <a:t>Firestore</a:t>
            </a:r>
            <a:r>
              <a:rPr lang="en-IN" dirty="0"/>
              <a:t> to store and synchronize user and fitness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fitness challenges and friend-based competitions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Includes </a:t>
            </a:r>
            <a:r>
              <a:rPr lang="en-IN" b="1" dirty="0"/>
              <a:t>leaderboards, badges, achievements, and progress analytics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Offers </a:t>
            </a:r>
            <a:r>
              <a:rPr lang="en-IN" b="1" dirty="0"/>
              <a:t>rewards and redemption</a:t>
            </a:r>
            <a:r>
              <a:rPr lang="en-IN" dirty="0"/>
              <a:t> to encourage regular participation.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Transforms simple step tracking into an </a:t>
            </a:r>
            <a:r>
              <a:rPr lang="en-IN" b="1" dirty="0"/>
              <a:t>interactive and competitive fitness experience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sz="2400" b="1" dirty="0"/>
              <a:t>Future Scope: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AI-based personalized fitness goals and recommendations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Integration with </a:t>
            </a:r>
            <a:r>
              <a:rPr lang="en-IN" b="1" dirty="0"/>
              <a:t>wearable devices</a:t>
            </a:r>
            <a:r>
              <a:rPr lang="en-IN" dirty="0"/>
              <a:t> to track heart rate, calories, distance, and workouts.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Team-based and location-based challenges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Smart notifications and reminders</a:t>
            </a:r>
            <a:r>
              <a:rPr lang="en-IN" dirty="0"/>
              <a:t> for regular activity.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Advanced achievements and real-world reward partnerships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8497</TotalTime>
  <Words>1127</Words>
  <Application>Microsoft Office PowerPoint</Application>
  <PresentationFormat>Widescreen</PresentationFormat>
  <Paragraphs>152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  Smart Fitness Gamification Platform for Collaborative Step Challenges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Varshitha Uppalapati</cp:lastModifiedBy>
  <cp:revision>121</cp:revision>
  <dcterms:created xsi:type="dcterms:W3CDTF">2022-05-20T10:20:31Z</dcterms:created>
  <dcterms:modified xsi:type="dcterms:W3CDTF">2026-09-21T07:05:36Z</dcterms:modified>
</cp:coreProperties>
</file>